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E1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86612-D7F9-FBB1-B071-F7F09D68A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0A507F-8A29-CD9A-EDDA-7A8335341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BBA8B7-AD36-9DF7-F5C3-E9A240EFE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79C642-1A67-8C54-5AEC-D5DC4AA1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0A616-351E-81D7-CC03-142240E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87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5FE35-9B51-3F1C-2783-0719AFA3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4C122B-94CC-478C-EBA0-45518EDB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FD356-CEB0-ACFC-616A-C3734D09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7BA578-ABAB-1146-C750-D5EC32BA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933BAB-F6A9-5E20-09C9-2D4A2674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50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ACAB6-F85B-4F62-AA47-240D8CAB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9AAF8-7FCE-AA22-BB3D-C305F7413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ADED99-B31A-F6BA-E75A-9885DBB7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169675-AB15-C44C-9708-5F6A3901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932B1-AA84-ADA9-0DC5-2476606A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70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8E8ACD-F6BB-5E53-9720-9EA8D061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ECFF6E-4649-1D6C-C0F2-62DA3DB63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00E844-B8B4-A28C-D62D-929DE12D6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823648-293F-16EF-8EA0-18C84846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1B1549-E6A5-E45C-3D43-F9F86E6F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0DC31B-FBD8-9C14-AAD9-DB828F1F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12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2F012-539C-9534-F0EF-F081A000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1B9506-42BE-810B-B9EE-DB563AA76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223685-7B79-60E1-792E-190C1E9CF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5D3985-4DED-2D5F-0FAE-151C11CAB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AECFE7-9289-6677-D9A9-2DABF49F2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75E637-A7DA-6EEB-C952-4E694D4A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B15A49-0155-89BB-3728-820F50C7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42B5AF-023B-0C21-18E6-2E6CEA0B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97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FFE2DA-0141-1894-8CF7-E5BE5B2A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2A1074-5ABE-87A3-2F76-AFD65979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E35394-EF1C-E240-DF37-DC72F203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D4147A-C8D5-8A0E-BCDB-B52912D9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92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F880EE-C21E-82C0-6F4A-AE0FF5B2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32EEDA-7574-15C1-FB15-EC6B3633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00B4AA-B52D-DD48-7380-ED6C42B3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59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4A94B-5C93-08D6-92C2-63D3535E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5255BA-A5FE-770A-2985-6CC84F33D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90CB50-67E3-705F-94C6-F89AE7428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431C2C-E6CB-00CC-EB63-01C9EEE4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E386AD-255E-4EFF-5A29-A815D113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2628DB-EE9B-95A9-70BD-8FDB1C2C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05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C99B09-3F58-E7E7-7612-85043015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FB83103-6597-A126-5517-424F6DFEF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0333D8-1915-3602-1A56-62432A166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14D70F-9E77-A24A-F35F-C2E6437B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164981-C213-7B08-761C-DA9B4CC5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A53613-2462-1ED1-C070-F938F9B8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66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4EB7E6-9607-5FA5-EEF8-382ED3C2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829285-36FA-4EC9-0B37-BDCC41707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E514B3-5AF6-D458-1409-D27F158E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EA62B5-3809-63D6-C783-C03A9BCB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F6D03D-A301-D931-1688-FFD3A38E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84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2FB4C1D-A1C8-D36E-377D-3A8E570E7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CE80A9-10FC-7664-24C1-F38A55D7C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D2AB4B-6CC6-1628-7196-BE4FA08D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AC8604-91C5-C17A-5760-A2E00A0A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A15A7-7F20-9CE4-305B-79EE45D9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47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996811-1EFD-4594-C0D4-40350C9A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DDEEA8-E6B8-0BA6-D322-EC8B37FD9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0E5A69-4668-0D54-6015-C9EBEB929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DA815-BC39-4070-AD7B-614634A147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D207CD-0235-DB38-3165-B842DBABF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68F11F-CD57-98D8-99A4-DAC957297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B7273-02D1-4939-9A3F-AF71D32F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2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805DE0C-DC9D-FF58-A399-DC69B7C6726C}"/>
              </a:ext>
            </a:extLst>
          </p:cNvPr>
          <p:cNvSpPr txBox="1">
            <a:spLocks/>
          </p:cNvSpPr>
          <p:nvPr/>
        </p:nvSpPr>
        <p:spPr>
          <a:xfrm>
            <a:off x="-193159" y="1857868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8800" dirty="0">
                <a:latin typeface="PENGS" pitchFamily="2" charset="0"/>
              </a:rPr>
              <a:t>Portfol</a:t>
            </a:r>
            <a:r>
              <a:rPr lang="en-US" altLang="ja-JP" sz="8800" dirty="0">
                <a:solidFill>
                  <a:schemeClr val="accent1">
                    <a:lumMod val="60000"/>
                    <a:lumOff val="40000"/>
                  </a:schemeClr>
                </a:solidFill>
                <a:latin typeface="PENGS" pitchFamily="2" charset="0"/>
              </a:rPr>
              <a:t>i</a:t>
            </a:r>
            <a:r>
              <a:rPr lang="en-US" altLang="ja-JP" sz="8800" dirty="0">
                <a:latin typeface="PENGS" pitchFamily="2" charset="0"/>
              </a:rPr>
              <a:t>o</a:t>
            </a:r>
            <a:endParaRPr lang="en-US" altLang="ja-JP" sz="20400" dirty="0">
              <a:latin typeface="PENGS" pitchFamily="2" charset="0"/>
              <a:ea typeface="ビルの谷間と高架下 フリー版" panose="00000500000000000000" pitchFamily="50" charset="-128"/>
            </a:endParaRPr>
          </a:p>
          <a:p>
            <a:pPr>
              <a:lnSpc>
                <a:spcPts val="3500"/>
              </a:lnSpc>
            </a:pPr>
            <a:r>
              <a:rPr lang="en-US" altLang="ja-JP" sz="3600" spc="300" dirty="0">
                <a:latin typeface="STHupo" panose="02010800040101010101" pitchFamily="2" charset="-122"/>
                <a:ea typeface="STHupo" panose="02010800040101010101" pitchFamily="2" charset="-122"/>
              </a:rPr>
              <a:t>Designed by Soichiro Hano </a:t>
            </a:r>
            <a:endParaRPr lang="ja-JP" altLang="en-US" spc="300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D9F5F5A2-ACA6-2901-40B0-8EF1BE00B508}"/>
              </a:ext>
            </a:extLst>
          </p:cNvPr>
          <p:cNvSpPr txBox="1">
            <a:spLocks/>
          </p:cNvSpPr>
          <p:nvPr/>
        </p:nvSpPr>
        <p:spPr>
          <a:xfrm>
            <a:off x="-193160" y="3505228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x14y20pxScoreDozer" panose="02000503000000000000" pitchFamily="2" charset="0"/>
                <a:ea typeface="x14y20pxScoreDozer" panose="02000503000000000000" pitchFamily="2" charset="0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x14y20pxScoreDozer" panose="02000503000000000000" pitchFamily="2" charset="0"/>
                <a:ea typeface="x14y20pxScoreDozer" panose="02000503000000000000" pitchFamily="2" charset="0"/>
              </a:rPr>
              <a:t>i</a:t>
            </a:r>
            <a:r>
              <a:rPr lang="en-US" altLang="ja-JP" sz="9800" dirty="0">
                <a:latin typeface="x14y20pxScoreDozer" panose="02000503000000000000" pitchFamily="2" charset="0"/>
                <a:ea typeface="x14y20pxScoreDozer" panose="02000503000000000000" pitchFamily="2" charset="0"/>
              </a:rPr>
              <a:t>o</a:t>
            </a:r>
          </a:p>
          <a:p>
            <a:pPr>
              <a:lnSpc>
                <a:spcPts val="3000"/>
              </a:lnSpc>
            </a:pPr>
            <a:r>
              <a:rPr lang="en-US" altLang="ja-JP" sz="3600" spc="300" dirty="0">
                <a:latin typeface="851マカポップ" panose="02000600000000000000" pitchFamily="2" charset="-128"/>
                <a:ea typeface="851マカポップ" panose="02000600000000000000" pitchFamily="2" charset="-128"/>
              </a:rPr>
              <a:t>Designed by Soichiro Hano </a:t>
            </a:r>
            <a:endParaRPr lang="ja-JP" altLang="en-US" spc="300" dirty="0">
              <a:latin typeface="851マカポップ" panose="02000600000000000000" pitchFamily="2" charset="-128"/>
              <a:ea typeface="851マカポップ" panose="02000600000000000000" pitchFamily="2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E55A66-61F3-1C91-7BD6-37801E11D6BF}"/>
              </a:ext>
            </a:extLst>
          </p:cNvPr>
          <p:cNvSpPr txBox="1"/>
          <p:nvPr/>
        </p:nvSpPr>
        <p:spPr>
          <a:xfrm>
            <a:off x="150547" y="643183"/>
            <a:ext cx="7020000" cy="9996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500"/>
              </a:lnSpc>
            </a:pPr>
            <a:r>
              <a:rPr lang="ja-JP" altLang="en-US" sz="9600" dirty="0">
                <a:solidFill>
                  <a:schemeClr val="accent6"/>
                </a:solidFill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ぽ</a:t>
            </a:r>
            <a:r>
              <a:rPr lang="ja-JP" altLang="en-US" sz="9600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ーと</a:t>
            </a:r>
            <a:r>
              <a:rPr lang="ja-JP" altLang="en-US" sz="9600" b="1" dirty="0">
                <a:solidFill>
                  <a:srgbClr val="FF0000"/>
                </a:solidFill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ふ</a:t>
            </a:r>
            <a:r>
              <a:rPr lang="ja-JP" altLang="en-US" sz="9600" b="1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ぉ</a:t>
            </a:r>
            <a:r>
              <a:rPr lang="ja-JP" altLang="en-US" sz="9600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りお</a:t>
            </a:r>
            <a:r>
              <a:rPr lang="ja-JP" altLang="en-US" sz="9600" b="1" i="1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！</a:t>
            </a:r>
            <a:br>
              <a:rPr lang="en-US" altLang="ja-JP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</a:br>
            <a:r>
              <a:rPr lang="en-US" altLang="ja-JP" sz="3600" b="1" dirty="0">
                <a:latin typeface="x14y24pxHeadUpDaisy" panose="02000503000000000000" pitchFamily="2" charset="-128"/>
                <a:ea typeface="x14y24pxHeadUpDaisy" panose="02000503000000000000" pitchFamily="2" charset="-128"/>
              </a:rPr>
              <a:t>Designed by Soichiro Hano </a:t>
            </a:r>
            <a:endParaRPr kumimoji="1" lang="ja-JP" altLang="en-US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83DD6EEC-2D89-F788-BE43-F884BBF9C57D}"/>
              </a:ext>
            </a:extLst>
          </p:cNvPr>
          <p:cNvSpPr txBox="1">
            <a:spLocks/>
          </p:cNvSpPr>
          <p:nvPr/>
        </p:nvSpPr>
        <p:spPr>
          <a:xfrm>
            <a:off x="-193160" y="5186117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Stencil" panose="040409050D0802020404" pitchFamily="82" charset="0"/>
                <a:ea typeface="ビルの谷間と高架下 フリー版" panose="00000500000000000000" pitchFamily="50" charset="-128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Stencil" panose="040409050D0802020404" pitchFamily="82" charset="0"/>
                <a:ea typeface="ビルの谷間と高架下 フリー版" panose="00000500000000000000" pitchFamily="50" charset="-128"/>
              </a:rPr>
              <a:t>i</a:t>
            </a:r>
            <a:r>
              <a:rPr lang="en-US" altLang="ja-JP" sz="9800" dirty="0">
                <a:latin typeface="Stencil" panose="040409050D0802020404" pitchFamily="82" charset="0"/>
                <a:ea typeface="ビルの谷間と高架下 フリー版" panose="00000500000000000000" pitchFamily="50" charset="-128"/>
              </a:rPr>
              <a:t>o</a:t>
            </a:r>
          </a:p>
          <a:p>
            <a:pPr>
              <a:lnSpc>
                <a:spcPts val="3500"/>
              </a:lnSpc>
            </a:pPr>
            <a:r>
              <a:rPr lang="en-US" altLang="ja-JP" sz="3600" spc="300" dirty="0">
                <a:latin typeface="STHupo" panose="02010800040101010101" pitchFamily="2" charset="-122"/>
                <a:ea typeface="STHupo" panose="02010800040101010101" pitchFamily="2" charset="-122"/>
              </a:rPr>
              <a:t>Designed by Soichiro Hano </a:t>
            </a:r>
            <a:endParaRPr lang="ja-JP" altLang="en-US" spc="300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06BA4D3A-CB60-F8E9-CE42-0DE2692D6C1A}"/>
              </a:ext>
            </a:extLst>
          </p:cNvPr>
          <p:cNvSpPr txBox="1">
            <a:spLocks/>
          </p:cNvSpPr>
          <p:nvPr/>
        </p:nvSpPr>
        <p:spPr>
          <a:xfrm>
            <a:off x="6838021" y="3505228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Showcard Gothic" panose="04020904020102020604" pitchFamily="82" charset="0"/>
                <a:ea typeface="ビルの谷間と高架下 フリー版" panose="00000500000000000000" pitchFamily="50" charset="-128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Showcard Gothic" panose="04020904020102020604" pitchFamily="82" charset="0"/>
                <a:ea typeface="ビルの谷間と高架下 フリー版" panose="00000500000000000000" pitchFamily="50" charset="-128"/>
              </a:rPr>
              <a:t>i</a:t>
            </a:r>
            <a:r>
              <a:rPr lang="en-US" altLang="ja-JP" sz="9800" dirty="0">
                <a:latin typeface="Showcard Gothic" panose="04020904020102020604" pitchFamily="82" charset="0"/>
                <a:ea typeface="ビルの谷間と高架下 フリー版" panose="00000500000000000000" pitchFamily="50" charset="-128"/>
              </a:rPr>
              <a:t>o</a:t>
            </a:r>
          </a:p>
          <a:p>
            <a:pPr>
              <a:lnSpc>
                <a:spcPts val="2600"/>
              </a:lnSpc>
            </a:pPr>
            <a:r>
              <a:rPr lang="en-US" altLang="ja-JP" sz="3600" spc="300" dirty="0">
                <a:latin typeface="ビルの谷間と高架下 フリー版" panose="00000500000000000000" pitchFamily="50" charset="-128"/>
                <a:ea typeface="ビルの谷間と高架下 フリー版" panose="00000500000000000000" pitchFamily="50" charset="-128"/>
              </a:rPr>
              <a:t>Designed by Soichiro Hano </a:t>
            </a:r>
            <a:endParaRPr lang="ja-JP" altLang="en-US" spc="300" dirty="0">
              <a:latin typeface="ビルの谷間と高架下 フリー版" panose="00000500000000000000" pitchFamily="50" charset="-128"/>
              <a:ea typeface="ビルの谷間と高架下 フリー版" panose="00000500000000000000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495D96D-43B2-CCC9-7D90-4B931AF4A4A7}"/>
              </a:ext>
            </a:extLst>
          </p:cNvPr>
          <p:cNvSpPr txBox="1">
            <a:spLocks/>
          </p:cNvSpPr>
          <p:nvPr/>
        </p:nvSpPr>
        <p:spPr>
          <a:xfrm>
            <a:off x="7212095" y="1824339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Jokerman" panose="04090605060D06020702" pitchFamily="82" charset="0"/>
                <a:ea typeface="ビルの谷間と高架下 フリー版" panose="00000500000000000000" pitchFamily="50" charset="-128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Jokerman" panose="04090605060D06020702" pitchFamily="82" charset="0"/>
                <a:ea typeface="ビルの谷間と高架下 フリー版" panose="00000500000000000000" pitchFamily="50" charset="-128"/>
              </a:rPr>
              <a:t>i</a:t>
            </a:r>
            <a:r>
              <a:rPr lang="en-US" altLang="ja-JP" sz="9800" dirty="0">
                <a:latin typeface="Jokerman" panose="04090605060D06020702" pitchFamily="82" charset="0"/>
                <a:ea typeface="ビルの谷間と高架下 フリー版" panose="00000500000000000000" pitchFamily="50" charset="-128"/>
              </a:rPr>
              <a:t>o</a:t>
            </a:r>
          </a:p>
          <a:p>
            <a:pPr>
              <a:lnSpc>
                <a:spcPts val="3800"/>
              </a:lnSpc>
            </a:pPr>
            <a:r>
              <a:rPr lang="en-US" altLang="ja-JP" sz="3600" spc="300" dirty="0">
                <a:latin typeface="Playbill" panose="040506030A0602020202" pitchFamily="82" charset="0"/>
                <a:ea typeface="ビルの谷間と高架下 フリー版" panose="00000500000000000000" pitchFamily="50" charset="-128"/>
              </a:rPr>
              <a:t>Designed by Soichiro Hano </a:t>
            </a:r>
            <a:endParaRPr lang="ja-JP" altLang="en-US" spc="300" dirty="0">
              <a:latin typeface="Playbill" panose="040506030A0602020202" pitchFamily="82" charset="0"/>
              <a:ea typeface="ビルの谷間と高架下 フリー版" panose="00000500000000000000" pitchFamily="50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1BD4C10C-1E61-7DFB-8C8C-610D6069D10B}"/>
              </a:ext>
            </a:extLst>
          </p:cNvPr>
          <p:cNvSpPr txBox="1">
            <a:spLocks/>
          </p:cNvSpPr>
          <p:nvPr/>
        </p:nvSpPr>
        <p:spPr>
          <a:xfrm>
            <a:off x="7212094" y="5186117"/>
            <a:ext cx="7914409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Magneto" panose="04030805050802020D02" pitchFamily="82" charset="0"/>
                <a:ea typeface="ビルの谷間と高架下 フリー版" panose="00000500000000000000" pitchFamily="50" charset="-128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agneto" panose="04030805050802020D02" pitchFamily="82" charset="0"/>
                <a:ea typeface="ビルの谷間と高架下 フリー版" panose="00000500000000000000" pitchFamily="50" charset="-128"/>
              </a:rPr>
              <a:t>i</a:t>
            </a:r>
            <a:r>
              <a:rPr lang="en-US" altLang="ja-JP" sz="9800" dirty="0">
                <a:latin typeface="Magneto" panose="04030805050802020D02" pitchFamily="82" charset="0"/>
                <a:ea typeface="ビルの谷間と高架下 フリー版" panose="00000500000000000000" pitchFamily="50" charset="-128"/>
              </a:rPr>
              <a:t>o</a:t>
            </a:r>
          </a:p>
          <a:p>
            <a:pPr>
              <a:lnSpc>
                <a:spcPts val="4900"/>
              </a:lnSpc>
            </a:pPr>
            <a:r>
              <a:rPr lang="en-US" altLang="ja-JP" sz="3200" spc="300" dirty="0">
                <a:latin typeface="Abadi" panose="020B0604020104020204" pitchFamily="34" charset="0"/>
                <a:ea typeface="游ゴシック Light" panose="020B0300000000000000" pitchFamily="50" charset="-128"/>
              </a:rPr>
              <a:t>Designed by Soichiro Hano </a:t>
            </a:r>
            <a:endParaRPr lang="ja-JP" altLang="en-US" sz="5400" spc="300" dirty="0">
              <a:latin typeface="Abadi" panose="020B0604020104020204" pitchFamily="34" charset="0"/>
              <a:ea typeface="游ゴシック Light" panose="020B0300000000000000" pitchFamily="50" charset="-128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6A735278-4966-BC6B-8407-D90FFFBC6EB0}"/>
              </a:ext>
            </a:extLst>
          </p:cNvPr>
          <p:cNvSpPr txBox="1">
            <a:spLocks/>
          </p:cNvSpPr>
          <p:nvPr/>
        </p:nvSpPr>
        <p:spPr>
          <a:xfrm>
            <a:off x="7125503" y="114299"/>
            <a:ext cx="7020000" cy="205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n-US" altLang="ja-JP" sz="9800" dirty="0">
                <a:latin typeface="Onyx" panose="04050602080702020203" pitchFamily="82" charset="0"/>
                <a:ea typeface="ビルの谷間と高架下 フリー版" panose="00000500000000000000" pitchFamily="50" charset="-128"/>
              </a:rPr>
              <a:t>Portfol</a:t>
            </a:r>
            <a:r>
              <a:rPr lang="en-US" altLang="ja-JP" sz="9800" dirty="0">
                <a:solidFill>
                  <a:schemeClr val="accent1">
                    <a:lumMod val="60000"/>
                    <a:lumOff val="40000"/>
                  </a:schemeClr>
                </a:solidFill>
                <a:latin typeface="Onyx" panose="04050602080702020203" pitchFamily="82" charset="0"/>
                <a:ea typeface="ビルの谷間と高架下 フリー版" panose="00000500000000000000" pitchFamily="50" charset="-128"/>
              </a:rPr>
              <a:t>i</a:t>
            </a:r>
            <a:r>
              <a:rPr lang="en-US" altLang="ja-JP" sz="9800" dirty="0">
                <a:latin typeface="Onyx" panose="04050602080702020203" pitchFamily="82" charset="0"/>
                <a:ea typeface="ビルの谷間と高架下 フリー版" panose="00000500000000000000" pitchFamily="50" charset="-128"/>
              </a:rPr>
              <a:t>o</a:t>
            </a:r>
          </a:p>
          <a:p>
            <a:pPr>
              <a:lnSpc>
                <a:spcPts val="3000"/>
              </a:lnSpc>
            </a:pPr>
            <a:r>
              <a:rPr lang="en-US" altLang="ja-JP" sz="3200" kern="1400" dirty="0">
                <a:latin typeface="Vladimir Script" panose="03050402040407070305" pitchFamily="66" charset="0"/>
                <a:ea typeface="游ゴシック Light" panose="020B0300000000000000" pitchFamily="50" charset="-128"/>
              </a:rPr>
              <a:t>Designed by Soichiro Hano </a:t>
            </a:r>
            <a:endParaRPr lang="ja-JP" altLang="en-US" sz="5400" kern="1400" dirty="0">
              <a:latin typeface="Vladimir Script" panose="03050402040407070305" pitchFamily="66" charset="0"/>
              <a:ea typeface="游ゴシック Light" panose="020B03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040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7315-A86E-A29F-AAD4-59593BF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BACBEDB-3901-D60A-AAEB-03F75788BD81}"/>
              </a:ext>
            </a:extLst>
          </p:cNvPr>
          <p:cNvGrpSpPr/>
          <p:nvPr/>
        </p:nvGrpSpPr>
        <p:grpSpPr>
          <a:xfrm>
            <a:off x="2390807" y="2284055"/>
            <a:ext cx="7020000" cy="2084693"/>
            <a:chOff x="2390807" y="2284055"/>
            <a:chExt cx="7020000" cy="208469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CDBE5138-1FAB-AF40-6837-36D22DE4295F}"/>
                </a:ext>
              </a:extLst>
            </p:cNvPr>
            <p:cNvSpPr txBox="1"/>
            <p:nvPr/>
          </p:nvSpPr>
          <p:spPr>
            <a:xfrm>
              <a:off x="5921750" y="3211047"/>
              <a:ext cx="1795865" cy="9428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ja-JP" altLang="en-US" sz="8800" b="1" spc="-300" dirty="0"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  <a:t>ぉ</a:t>
              </a:r>
              <a:r>
                <a:rPr lang="ja-JP" altLang="en-US" sz="9600" spc="-300" dirty="0"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  <a:t>り</a:t>
              </a:r>
              <a:br>
                <a:rPr lang="en-US" altLang="ja-JP" spc="-300" dirty="0"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</a:br>
              <a:endParaRPr kumimoji="1" lang="ja-JP" altLang="en-US" spc="-300" dirty="0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815B663-F02C-3AC5-344F-A135CB97381F}"/>
                </a:ext>
              </a:extLst>
            </p:cNvPr>
            <p:cNvSpPr txBox="1"/>
            <p:nvPr/>
          </p:nvSpPr>
          <p:spPr>
            <a:xfrm rot="21167745">
              <a:off x="2797383" y="3265826"/>
              <a:ext cx="1290675" cy="7951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ja-JP" altLang="en-US" sz="11000" dirty="0">
                  <a:solidFill>
                    <a:srgbClr val="33CCFF"/>
                  </a:solidFill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  <a:t>ぽ</a:t>
              </a:r>
              <a:endParaRPr kumimoji="1" lang="ja-JP" altLang="en-US" sz="11000" dirty="0">
                <a:solidFill>
                  <a:srgbClr val="33CCFF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C107659-B1DC-37A8-0E05-7DB028872A7A}"/>
                </a:ext>
              </a:extLst>
            </p:cNvPr>
            <p:cNvSpPr txBox="1"/>
            <p:nvPr/>
          </p:nvSpPr>
          <p:spPr>
            <a:xfrm rot="261777">
              <a:off x="3771899" y="2355581"/>
              <a:ext cx="100012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9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  <a:cs typeface="+mn-cs"/>
                </a:rPr>
                <a:t>ー</a:t>
              </a:r>
              <a:endParaRPr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3C75924-4157-DF66-7B57-B282FC596A45}"/>
                </a:ext>
              </a:extLst>
            </p:cNvPr>
            <p:cNvSpPr txBox="1"/>
            <p:nvPr/>
          </p:nvSpPr>
          <p:spPr>
            <a:xfrm rot="405503">
              <a:off x="5182734" y="2284055"/>
              <a:ext cx="100012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9600" dirty="0">
                  <a:solidFill>
                    <a:prstClr val="black"/>
                  </a:solidFill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  <a:t>ふ</a:t>
              </a:r>
              <a:endParaRPr lang="ja-JP" altLang="en-US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CB6064B-47CE-A495-A14F-AC9316E90095}"/>
                </a:ext>
              </a:extLst>
            </p:cNvPr>
            <p:cNvSpPr txBox="1"/>
            <p:nvPr/>
          </p:nvSpPr>
          <p:spPr>
            <a:xfrm>
              <a:off x="7432787" y="2355581"/>
              <a:ext cx="99265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9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  <a:cs typeface="+mn-cs"/>
                </a:rPr>
                <a:t>お</a:t>
              </a:r>
              <a:endParaRPr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EF46442-46D7-E480-746A-85F2ED57ED2D}"/>
                </a:ext>
              </a:extLst>
            </p:cNvPr>
            <p:cNvSpPr txBox="1"/>
            <p:nvPr/>
          </p:nvSpPr>
          <p:spPr>
            <a:xfrm rot="211320">
              <a:off x="8227598" y="2315734"/>
              <a:ext cx="992652" cy="1708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5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  <a:cs typeface="+mn-cs"/>
                </a:rPr>
                <a:t>!</a:t>
              </a:r>
              <a:endParaRPr lang="ja-JP" altLang="en-US" sz="10500" i="1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957B47E-A7ED-8D81-B93B-1EFF10568280}"/>
                </a:ext>
              </a:extLst>
            </p:cNvPr>
            <p:cNvSpPr txBox="1"/>
            <p:nvPr/>
          </p:nvSpPr>
          <p:spPr>
            <a:xfrm>
              <a:off x="2390807" y="3817956"/>
              <a:ext cx="7020000" cy="5507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altLang="ja-JP" sz="3600" dirty="0">
                  <a:latin typeface="x14y20pxScoreDozer" panose="02000503000000000000" pitchFamily="2" charset="0"/>
                  <a:ea typeface="x14y20pxScoreDozer" panose="02000503000000000000" pitchFamily="2" charset="0"/>
                </a:rPr>
                <a:t>Designed by Soichiro Hano </a:t>
              </a:r>
              <a:endParaRPr kumimoji="1" lang="ja-JP" altLang="en-US" dirty="0">
                <a:latin typeface="x14y20pxScoreDozer" panose="02000503000000000000" pitchFamily="2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39AC91C8-B6C6-ACA8-E74F-C20D64252F02}"/>
                </a:ext>
              </a:extLst>
            </p:cNvPr>
            <p:cNvSpPr txBox="1"/>
            <p:nvPr/>
          </p:nvSpPr>
          <p:spPr>
            <a:xfrm rot="21440132">
              <a:off x="4669066" y="3210475"/>
              <a:ext cx="523228" cy="9428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ja-JP" altLang="en-US" sz="9600" dirty="0"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  <a:t>と</a:t>
              </a:r>
              <a:br>
                <a:rPr lang="en-US" altLang="ja-JP" dirty="0">
                  <a:latin typeface="ビルの谷間と高架下 フリー版" panose="00000500000000000000" pitchFamily="50" charset="-128"/>
                  <a:ea typeface="ビルの谷間と高架下 フリー版" panose="00000500000000000000" pitchFamily="50" charset="-128"/>
                </a:rPr>
              </a:b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1689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6346</TotalTime>
  <Words>58</Words>
  <Application>Microsoft Office PowerPoint</Application>
  <PresentationFormat>ワイド画面</PresentationFormat>
  <Paragraphs>23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20" baseType="lpstr">
      <vt:lpstr>851マカポップ</vt:lpstr>
      <vt:lpstr>STHupo</vt:lpstr>
      <vt:lpstr>x14y24pxHeadUpDaisy</vt:lpstr>
      <vt:lpstr>ビルの谷間と高架下 フリー版</vt:lpstr>
      <vt:lpstr>游ゴシック</vt:lpstr>
      <vt:lpstr>游ゴシック Light</vt:lpstr>
      <vt:lpstr>Abadi</vt:lpstr>
      <vt:lpstr>Arial</vt:lpstr>
      <vt:lpstr>Jokerman</vt:lpstr>
      <vt:lpstr>Magneto</vt:lpstr>
      <vt:lpstr>Onyx</vt:lpstr>
      <vt:lpstr>PENGS</vt:lpstr>
      <vt:lpstr>Playbill</vt:lpstr>
      <vt:lpstr>Showcard Gothic</vt:lpstr>
      <vt:lpstr>Stencil</vt:lpstr>
      <vt:lpstr>Vladimir Script</vt:lpstr>
      <vt:lpstr>x14y20pxScoreDozer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蒼一郎 羽野</dc:creator>
  <cp:lastModifiedBy>蒼一郎 羽野</cp:lastModifiedBy>
  <cp:revision>9</cp:revision>
  <dcterms:created xsi:type="dcterms:W3CDTF">2025-06-07T06:24:36Z</dcterms:created>
  <dcterms:modified xsi:type="dcterms:W3CDTF">2025-06-12T10:14:32Z</dcterms:modified>
</cp:coreProperties>
</file>